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Clean Core Assessment Accelerator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D6C2"/>
                </a:solidFill>
              </a:rPr>
              <a:t>PRD · S4HANA_2023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9D8"/>
                </a:solidFill>
              </a:rPr>
              <a:t>Generated 10/14/2026, 3:20:06 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D33"/>
                </a:solidFill>
              </a:rPr>
              <a:t>Executive scorecard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97A"/>
                </a:solidFill>
              </a:rPr>
              <a:t>Clean Core share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8C7A"/>
                </a:solidFill>
              </a:rPr>
              <a:t>76%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38912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97A"/>
                </a:solidFill>
              </a:rPr>
              <a:t>Technical debt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17099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1D33"/>
                </a:solidFill>
              </a:rPr>
              <a:t>1,610,150.5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13816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97A"/>
                </a:solidFill>
              </a:rPr>
              <a:t>Custom objects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0" y="17099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1D33"/>
                </a:solidFill>
              </a:rPr>
              <a:t>4,000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97A"/>
                </a:solidFill>
              </a:rPr>
              <a:t>Interfaces analyzed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844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1D33"/>
                </a:solidFill>
              </a:rPr>
              <a:t>163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D33"/>
                </a:solidFill>
              </a:rPr>
              <a:t>Recommended mitigation waves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D33"/>
                </a:solidFill>
              </a:rPr>
              <a:t>1. Retire unused custom code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97A"/>
                </a:solidFill>
              </a:rPr>
              <a:t>236 items in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Target: Controlled retirement (236). Unused custom code is removed and later remediation scope is smaller.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D33"/>
                </a:solidFill>
              </a:rPr>
              <a:t>2. Contain critical core risks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2075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97A"/>
                </a:solidFill>
              </a:rPr>
              <a:t>378 items in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Target: Released BAdI or API developer extensibility (378). Active Level D behavior is replaced by released clean-core contracts.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9169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D33"/>
                </a:solidFill>
              </a:rPr>
              <a:t>3. Modernize classic extensions and interfaces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29169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97A"/>
                </a:solidFill>
              </a:rPr>
              <a:t>529 items in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Target: Released BAdI or API developer extensibility (376), Integration Suite API or event integration (153). Classic extensions and integrations operate on released, supportable contracts.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7581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D33"/>
                </a:solidFill>
              </a:rPr>
              <a:t>4. Govern the compliant 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37581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97A"/>
                </a:solidFill>
              </a:rPr>
              <a:t>2857 items in scope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07822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Target: Use standard functionality (1502), RAP with ABAP Cloud (753), Integration Suite API or event integration (602). Clean objects remain compliant and future changes are detected early.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D33"/>
                </a:solidFill>
              </a:rPr>
              <a:t>Recommended solution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D33"/>
                </a:solidFill>
              </a:rPr>
              <a:t>Use standard functionality (1502)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60520" y="10789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Confidence: high 0, medium 1502, low 0. REC-STANDARD-CLEAN selected this pattern from supplied evidence; architecture approval remains required.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792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D33"/>
                </a:solidFill>
              </a:rPr>
              <a:t>Integration Suite API or event integration (755)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60520" y="179222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Confidence: high 143, medium 612, low 0. REC-INTEGRATION-CONTRACT selected this pattern from supplied evidence; architecture approval remains required.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D33"/>
                </a:solidFill>
              </a:rPr>
              <a:t>Released BAdI or API developer extensibility (754)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25054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Confidence: high 0, medium 752, low 2. REC-RELEASED-BADI selected this pattern from supplied evidence; architecture approval remains required. REC-RELEASED-DEVELOPER selected this pattern from supplied evidence; architecture approval remains required.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3218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D33"/>
                </a:solidFill>
              </a:rPr>
              <a:t>RAP with ABAP Cloud (753)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321868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Confidence: high 0, medium 753, low 0. REC-RAP-ABAP-CLOUD selected this pattern from supplied evidence; architecture approval remains required.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D33"/>
                </a:solidFill>
              </a:rPr>
              <a:t>Controlled retirement (236)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97A"/>
                </a:solidFill>
              </a:rPr>
              <a:t>Confidence: high 9, medium 226, low 1. REC-RETIRE-ZERO-USAGE selected this pattern from supplied evidence; architecture approval remains required.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Clean Core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 Clean Core Assessment</dc:title>
  <dc:subject>SAP Clean Core Assessment</dc:subject>
  <dc:creator>Clean Core Assessment</dc:creator>
  <cp:lastModifiedBy>Clean Core Assessment</cp:lastModifiedBy>
  <cp:revision>1</cp:revision>
  <dcterms:created xsi:type="dcterms:W3CDTF">2026-10-14T03:20:08Z</dcterms:created>
  <dcterms:modified xsi:type="dcterms:W3CDTF">2026-10-14T03:20:08Z</dcterms:modified>
</cp:coreProperties>
</file>